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سلام. موضوع ارائه‌ی من فیبر نوری در شبکه است. اول ساختار فیبر و نحوه‌ی انتقال نور را می‌بینیم، بعد دو نوع اصلی یعنی سینگل مود و مالتی مود را مقایسه می‌کنیم و در آخر کانکتورها و انواع کابل را مرور می‌کنیم.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فیبر نوری یک رشته‌ی خیلی نازک شیشه‌ای است که به‌جای جریان الکتریکی، داده را با پالس‌های نور منتقل می‌کند. مزیت‌های اصلی‌اش نسبت به کابل مسی: پهنای باند خیلی بیشتر، مسافت طولانی‌تر به خاطر تضعیف کم، مصونیت در برابر تداخل الکترومغناطیسی و امنیت بیشتر.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فیبر از داخل به بیرون شش لایه دارد. هسته جایی است که نور در آن حرکت می‌کند و ضریب شکستش از روکش بیشتر است؛ همین اختلاف نور را داخل هسته نگه می‌دارد. قطر روکش در هر دو نوع فیبر 125 میکرون است. لایه‌های بعدی فقط نقش محافظتی دارند: پوشش اولیه، بافر، الیاف کولار برای تحمل کشش و روکش بیرونی که رنگش نوع فیبر را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اساس کار فیبر بازتاب کلی داخلی است. چون ضریب شکست هسته از روکش بیشتر است، اگر نور با زاویه‌ای بزرگ‌تر از زاویه‌ی بحرانی به مرز برسد، به‌جای خارج شدن کامل به داخل هسته برمی‌گردد و همین‌طور تا انتهای فیبر جلو می‌رود. روزنه‌ی عددی یا NA مشخص می‌کند فیبر نور را در چه محدوده‌ی زاویه‌ای می‌پذیرد.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زنجیره‌ی انتقال این‌طور است: داده‌ی الکتریکی به فرستنده می‌رسد، فرستنده که LED یا لیزر است آن را به پالس نور تبدیل می‌کند، نور از فیبر عبور می‌کند و در مقصد فوتودیود دوباره آن را به سیگنال الکتریکی برمی‌گرداند. سه پنجره‌ی طول موج رایج داریم: 850 نانومتر برای مالتی مود و 1310 و 1550 برای سینگل مود. با WDM چند طول موج را هم‌زمان روی یک رشته می‌فرستیم. در عمل این تبدیل را ترنسیورهایی مثل SFP انجام می‌دهند.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فیبرها بر اساس تعداد مسیرهایی که نور می‌تواند طی کند دو دسته‌اند. در سینگل مود هسته آن‌قدر باریک است که فقط یک مسیر وجود دارد. در مالتی مود هسته پهن‌تر است و نور از چند مسیر می‌رود. مالتی مود step-index ضریب شکست یکنواخت دارد و مسیرها طول متفاوت دارند؛ در graded-index ضریب شکست از مرکز به لبه کم می‌شود، نور در لبه‌ها سریع‌تر حرکت می‌کند و مسیرها تقریباً هم‌زمان می‌رسند.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سینگل مود قطر هسته فقط 8 تا 10 میکرون است؛ تصویر سمت چپ به مقیاس واقعی نشان می‌دهد هسته در مقایسه با روکش 125 میکرونی چقدر کوچک است. چون فقط یک مسیر نور داریم، به منبع نور دقیق یعنی لیزر نیاز است و در طول موج‌های 1310 و 1550 نانومتر کار می‌کند. OS1 برای داخل ساختمان و OS2 برای بیرون و مسافت‌های طولانی است. روکش این فیبرها معمولاً زرد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مالتی مود هسته 50 یا 62.5 میکرون است، یعنی چند برابر سینگل مود، و نور از چند مسیر عبور می‌کند. منبع نور ارزان‌تر است: LED یا لیزرهای VCSEL، در 850 و 1300 نانومتر. رده‌ها از OM1 تا OM5 هستند و رنگ روکش رده را نشان می‌دهد: OM1 و OM2 نارنجی، OM3 و OM4 آبی فیروزه‌ای که OM4 گاهی بنفش هم هست، و OM5 سبز لیمویی. کاربردش جاهایی است که مسافت کوتاه است، مثل داخل ساختمان و دیتاسنتر.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تفاوت اصلی در تصویر بالاست: در سینگل مود نور فقط یک مسیر مستقیم دارد، در مالتی مود چند مسیر با طول‌های متفاوت. نتیجه‌اش در جدول دیده می‌شود: سینگل مود هسته‌ی باریک‌تر، منبع لیزری و مسافت خیلی بیشتری دارد اما ترنسیورهایش گران‌ترند؛ مالتی مود ارزان‌تر است ولی برای مسافت کوتاه.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عامل اصلی محدودکننده در مالتی مود پاشندگی مُدی است: چون مسیرها طول متفاوت دارند، پالس در مقصد پهن می‌شود و اگر پالس‌ها روی هم بیفتند داده خراب می‌شود. برای همین پهنای باند مالتی مود را بر حسب مگاهرتز در کیلومتر می‌دهند؛ از 200 در OM1 تا 4700 در OM4 و OM5. سینگل مود این مشکل را ندارد. تضعیف هم در سینگل مود حدود 0.25 دسی‌بل بر کیلومتر در 1550 نانومتر است و در مالتی مود حدود 3 دسی‌بل در 850 نانومتر.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اسلاید مهم‌ترین تفاوت عملی را نشان می‌دهد. مالتی مود بسته به رده و سرعت از حدود 33 متر تا 550 متر می‌رود؛ هرچه سرعت بیشتر شود مسافت کمتر می‌شود و رده‌های جدیدتر مثل OM4 مسافت بیشتری می‌دهند. سینگل مود در استانداردهای LR تا 10 کیلومتر و ER تا 40 کیلومتر می‌رود و با تقویت‌کننده‌های نوری به هزاران کیلومتر می‌رسد. محور پایین لگاریتمی است، یعنی هر خانه ده برابر خانه‌ی قبلی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چهار کانکتور رایج تک‌رشته‌ای: SC مربعی است و با فشار وصل می‌شود، در FTTH و پچ پنل‌ها زیاد می‌بینیم. LC نسخه‌ی کوچک‌تر با فرول 1.25 میلی‌متری است و رایج‌ترین کانکتور روی ترنسیورهای SFP و در دیتاسنترهاست. ST با چرخاندن قفل می‌شود و در شبکه‌های قدیمی‌تر دیده می‌شود. FC پیچ می‌شود و چون در برابر لرزش مقاوم است در تجهیزات تست و مخابرات کاربرد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برای سرعت‌های 40 و 100 گیگابیت و دیتاسنترهای پرتراکم از کانکتور MPO یا MTP استفاده می‌شود که 12 یا 24 رشته را در یک کانکتور جا می‌دهد. نکته‌ی مهم دیگر نوع پولیش سر فرول است: UPC سر گرد دارد و بدنه‌اش آبی است؛ APC با زاویه‌ی 8 درجه پولیش شده و بدنه‌اش سبز است، و چون نور بازتابی را از هسته منحرف می‌کند بازتاب برگشتی کمتری دارد. این دو هرگز نباید به هم وصل 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کابل فیبر بسته به محل نصب شکل‌های مختلفی دارد. سیمپلکس و داپلکس یک یا دو رشته دارند و در پچ‌کوردها استفاده می‌شوند. تایت بافر برای داخل ساختمان است و انعطاف‌پذیر است. لوز تیوب برای بیرون است و رشته‌ها داخل لوله‌های ژل‌دار در برابر رطوبت و دما محافظت می‌شوند. ریبون رشته‌ها را کنار هم در یک نوار نگه می‌دارد تا بشود چند رشته را هم‌زمان فیوژن کرد. کابل هوایی فیگور ۸ یک سیم مهار فلزی دارد و کابل زره‌دار برای دفن مستقیم در خاک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برای جمع‌بندی سه نکته: نور با بازتاب کلی داخلی در هسته می‌ماند؛ سینگل مود برای مسافت طولانی و پهنای باند بالاست و مالتی مود برای مسافت کوتاه و هزینه‌ی کمتر؛ و انتخاب کانکتور و کابل به محل نصب و تجهیزات بستگی دارد. ممنون از توجه‌تان، اگر سؤالی هست در خدمتم.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فیبر نوری در شبکه - اسلاید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فیبر نوری در شبکه - اسلاید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فیبر نوری در شبکه - اسلاید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فیبر نوری در شبکه - اسلاید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فیبر نوری در شبکه - اسلاید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فیبر نوری در شبکه - اسلاید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فیبر نوری در شبکه - اسلاید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فیبر نوری در شبکه - اسلاید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فیبر نوری در شبکه - اسلاید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فیبر نوری در شبکه - اسلاید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فیبر نوری در شبکه - اسلاید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فیبر نوری در شبکه - اسلاید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فیبر نوری در شبکه - اسلاید 1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فیبر نوری در شبکه - اسلاید 1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فیبر نوری در شبکه - اسلاید 1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فیبر نوری در شبکه</dc:title>
  <dc:subject>PptxGenJS Presentation</dc:subject>
  <dc:creator>PptxGenJS</dc:creator>
  <cp:lastModifiedBy>PptxGenJS</cp:lastModifiedBy>
  <cp:revision>1</cp:revision>
  <dcterms:created xsi:type="dcterms:W3CDTF">2026-10-25T20:01:30Z</dcterms:created>
  <dcterms:modified xsi:type="dcterms:W3CDTF">2026-10-25T20:01:30Z</dcterms:modified>
</cp:coreProperties>
</file>